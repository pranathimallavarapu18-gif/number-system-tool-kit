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1_object 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11091672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OOP through C++ CORNERSTONE PROJECT          NUMBER SYSTEM TOOLKIT          REVIEW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1109167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512064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2860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Team Members –   Batch- 04 (Data Science)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25B11DS349   –   M. Lakshmi Srinivas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25B11DS127   –   D. Varaprasad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25B11DS370   –   N. Akhila Devi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25B11DS628   –   Y. Nithya Sree</a:t>
            </a:r>
          </a:p>
          <a:p>
            <a:pPr>
              <a:spcAft>
                <a:spcPts val="300"/>
              </a:spcAft>
              <a:defRPr sz="1150">
                <a:solidFill>
                  <a:srgbClr val="0F172A"/>
                </a:solidFill>
                <a:latin typeface="Aptos"/>
              </a:defRPr>
            </a:pPr>
            <a:r>
              <a:t>25B11DS320   –   M. Venkata Pranathi</a:t>
            </a:r>
          </a:p>
          <a:p>
            <a:br/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Course Instructor :</a:t>
            </a:r>
          </a:p>
          <a:p>
            <a:pPr>
              <a:defRPr sz="1150" b="1">
                <a:solidFill>
                  <a:srgbClr val="0F172A"/>
                </a:solidFill>
                <a:latin typeface="Aptos"/>
              </a:defRPr>
            </a:pPr>
            <a:r>
              <a:t>Dr. KARNAM SREENU</a:t>
            </a:r>
          </a:p>
          <a:p>
            <a:pPr>
              <a:defRPr sz="1000">
                <a:solidFill>
                  <a:srgbClr val="475569"/>
                </a:solidFill>
                <a:latin typeface="Aptos"/>
              </a:defRPr>
            </a:pPr>
            <a:r>
              <a:t>ASSISTANT PROFESSOR, DEPT. OF CSE (DATA SCIENCE)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2240280"/>
            <a:ext cx="5696712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defRPr sz="1650" b="1">
                <a:solidFill>
                  <a:srgbClr val="1B2A5F"/>
                </a:solidFill>
                <a:latin typeface="Aptos Display"/>
              </a:defRPr>
            </a:pPr>
            <a:r>
              <a:t>NUMBER SYSTEM TOOLKIT</a:t>
            </a:r>
          </a:p>
          <a:p>
            <a:pPr>
              <a:spcAft>
                <a:spcPts val="800"/>
              </a:spcAft>
              <a:defRPr sz="1050">
                <a:solidFill>
                  <a:srgbClr val="475569"/>
                </a:solidFill>
                <a:latin typeface="Aptos"/>
              </a:defRPr>
            </a:pPr>
            <a:r>
              <a:t>C++ &amp; Web Platform for Base Conversions, Logic Gates &amp; Advanced Math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ptos"/>
              </a:defRPr>
            </a:pPr>
            <a:r>
              <a:t>MODULES (As in Toolkit Suite)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🔄  Live Multi-Converter (Dec, Bin, Oct, Hex, Custom Radix, ASCII)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🪜  Step-by-Step Solver (Division &amp; Positional Expansion)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🧮  Decimal Arithmetic Module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⚡  Binary Arithmetic Module (+, -, *, /)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🔍  Number Validator Module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🎛️  Interactive Bit Board (8-Bit Switchboard)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📐  Trigonometry Lab (All 6 Ratios &amp; Dynamic Unit Circle)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📉  Logarithm Suite (ln, log10, log2, Arbitrary Base log_b)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📊  Cheat Sheet &amp; Tables (Powers of 2 &amp; Multi-Base Matrix)</a:t>
            </a:r>
          </a:p>
          <a:p>
            <a:pPr>
              <a:spcAft>
                <a:spcPts val="150"/>
              </a:spcAft>
              <a:defRPr sz="1000">
                <a:solidFill>
                  <a:srgbClr val="0F172A"/>
                </a:solidFill>
                <a:latin typeface="Aptos"/>
              </a:defRPr>
            </a:pPr>
            <a:r>
              <a:t>🎯  Practice &amp; Quiz (Interactive Challenge Hub)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600"/>
              </a:spcAft>
              <a:defRPr sz="1350">
                <a:solidFill>
                  <a:srgbClr val="0F172A"/>
                </a:solidFill>
                <a:latin typeface="Aptos"/>
              </a:defRPr>
            </a:pPr>
            <a:r>
              <a:t>•   The Number System Toolkit is a C++ and web application for managing multi-base conversions, digital logic operations, and advanced mathematical computations.</a:t>
            </a:r>
          </a:p>
          <a:p>
            <a:pPr>
              <a:spcAft>
                <a:spcPts val="1600"/>
              </a:spcAft>
              <a:defRPr sz="1350">
                <a:solidFill>
                  <a:srgbClr val="0F172A"/>
                </a:solidFill>
                <a:latin typeface="Aptos"/>
              </a:defRPr>
            </a:pPr>
            <a:r>
              <a:t>•   It features a Live Multi-Converter supporting Decimal, Binary, Octal, Hexadecimal, ASCII and Custom Radix (2 to 36) with real-time bidirectional synchronization.</a:t>
            </a:r>
          </a:p>
          <a:p>
            <a:pPr>
              <a:spcAft>
                <a:spcPts val="1600"/>
              </a:spcAft>
              <a:defRPr sz="1350">
                <a:solidFill>
                  <a:srgbClr val="0F172A"/>
                </a:solidFill>
                <a:latin typeface="Aptos"/>
              </a:defRPr>
            </a:pPr>
            <a:r>
              <a:t>•   A Step-by-Step Solver automates repeated division and positional power expansions to generate mathematical proofs for students.</a:t>
            </a:r>
          </a:p>
          <a:p>
            <a:pPr>
              <a:spcAft>
                <a:spcPts val="1600"/>
              </a:spcAft>
              <a:defRPr sz="1350">
                <a:solidFill>
                  <a:srgbClr val="0F172A"/>
                </a:solidFill>
                <a:latin typeface="Aptos"/>
              </a:defRPr>
            </a:pPr>
            <a:r>
              <a:t>•   It provides Binary &amp; Decimal Arithmetic, Number Validation, an Interactive Bit Board, Trigonometry Lab (unit circle canvas), and a Logarithm Suite.</a:t>
            </a:r>
          </a:p>
          <a:p>
            <a:pPr>
              <a:spcAft>
                <a:spcPts val="1600"/>
              </a:spcAft>
              <a:defRPr sz="1350">
                <a:solidFill>
                  <a:srgbClr val="0F172A"/>
                </a:solidFill>
                <a:latin typeface="Aptos"/>
              </a:defRPr>
            </a:pPr>
            <a:r>
              <a:t>•   The project demonstrates structured data management, OOP principles, string manipulation, input validation, and interactive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Project Purpose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What the system manages and who it is designed to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550" b="1">
                <a:solidFill>
                  <a:srgbClr val="1B2A5F"/>
                </a:solidFill>
                <a:latin typeface="Aptos"/>
              </a:defRPr>
            </a:pPr>
            <a:r>
              <a:t>Number Systems Hub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Manages Live Multi-Converter, Step-by-Step Solver, Decimal &amp; Binary Arithmetic, and Number Validator with strict radix character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550" b="1">
                <a:solidFill>
                  <a:srgbClr val="1B2A5F"/>
                </a:solidFill>
                <a:latin typeface="Aptos"/>
              </a:defRPr>
            </a:pPr>
            <a:r>
              <a:t>Interactive Bit Board &amp; Gates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Provides an 8-bit clickable switchboard to visualize bit toggles, bitwise logic gates (AND, OR, XOR, NOT, Shifts), and 1's/2's complements in real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228600"/>
          <a:lstStyle/>
          <a:p>
            <a:pPr algn="ctr">
              <a:spcAft>
                <a:spcPts val="1200"/>
              </a:spcAft>
              <a:defRPr sz="1550" b="1">
                <a:solidFill>
                  <a:srgbClr val="1B2A5F"/>
                </a:solidFill>
                <a:latin typeface="Aptos"/>
              </a:defRPr>
            </a:pPr>
            <a:r>
              <a:t>Advanced Math &amp; Practice</a:t>
            </a:r>
          </a:p>
          <a:p>
            <a:pPr>
              <a:defRPr sz="1250">
                <a:solidFill>
                  <a:srgbClr val="0F172A"/>
                </a:solidFill>
                <a:latin typeface="Aptos"/>
              </a:defRPr>
            </a:pPr>
            <a:r>
              <a:t>Features the Trigonometry Lab (unit circle canvas), Logarithm Suite (arbitrary base change), Cheat Sheet Tables, and Practice Quiz.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3611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4864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B2A5F"/>
                </a:solidFill>
                <a:latin typeface="Aptos"/>
              </a:defRPr>
            </a:pPr>
            <a:r>
              <a:t>Core objective: keep numerical calculations structured, validated, educational, and persistent in a simple application.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Data Types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Each field uses a type that matches the kind of information it stores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9087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6702552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VALIDATION / EXAMPLE</a:t>
                      </a:r>
                    </a:p>
                  </a:txBody>
                  <a:tcPr>
                    <a:solidFill>
                      <a:srgbClr val="1B2A5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Input Number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Validated against radix digit set (e.g. '0-1' for Base 2, '0-F' for Base 16)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Custom Radix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Range: 2 to 36 (Base 3 to Base 36)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Decimal Integer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long long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Non-negative integer for arithmetic and multi-base processing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Binary 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Characters strictly '0' and '1' with arbitrary bit-widths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Bit Board Register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uint8_t / string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8-bit unsigned integer / binary toggle switches (0 to 255)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Angle (θ)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Floating-point angle in Degrees (0°–360°) or Radians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Logarithm Input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Positive real number (x &gt; 0); rejects non-positive values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5F"/>
                          </a:solidFill>
                          <a:latin typeface="Aptos"/>
                        </a:defRPr>
                      </a:pPr>
                      <a:r>
                        <a:t>Logarithm Base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Aptos"/>
                        </a:defRPr>
                      </a:pPr>
                      <a:r>
                        <a:t>double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t>Positive real number (base &gt; 0, base !=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80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75569"/>
                </a:solidFill>
                <a:latin typeface="Aptos"/>
              </a:defRPr>
            </a:pPr>
            <a:r>
              <a:t>Note: Numbers are handled as strings to support arbitrary bit-lengths and alphanumeric custom bases without overflow.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Conversion &amp; Processing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Input details are entered, validated and converted through mathematical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Live Input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User enters value in Dec, Bin, Oct, Hex, or Custom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Validator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Checks digits against selected base 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2928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0088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Base-10 Engine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Positional expansion: sum of (digit * base^i)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02936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Radix Generator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Repeated modulus division &amp; remainder 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8624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15783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91472" y="1691640"/>
            <a:ext cx="2084831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94360" r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Step Output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Updates all fields + renders Step-by-Step Solver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91472" y="1691640"/>
            <a:ext cx="54864" cy="2926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28632" y="1828800"/>
            <a:ext cx="347472" cy="347472"/>
          </a:xfrm>
          <a:prstGeom prst="ellipse">
            <a:avLst/>
          </a:prstGeom>
          <a:solidFill>
            <a:srgbClr val="1E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0879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2A5F"/>
                </a:solidFill>
                <a:latin typeface="Aptos"/>
              </a:defRPr>
            </a:pPr>
            <a:r>
              <a:t>NUMBER VALIDATOR: Rejects invalid characters (e.g. '8' in Octal, '2' in Binary, negative radix).</a:t>
            </a:r>
          </a:p>
          <a:p>
            <a:pPr>
              <a:spcBef>
                <a:spcPts val="400"/>
              </a:spcBef>
              <a:defRPr sz="1200">
                <a:solidFill>
                  <a:srgbClr val="2563EB"/>
                </a:solidFill>
                <a:latin typeface="Aptos"/>
              </a:defRPr>
            </a:pPr>
            <a:r>
              <a:t>LIVE MULTI-CONVERTER: Decimal (10)  |  Binary (2)  |  Octal (8)  |  Hex (16)  |  Custom Radix (2–36)  |  ASCII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Arithmetic &amp; Interactive Bit Board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Binary calculations, Decimal arithmetic, and bit manipulation handled efficiently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01168"/>
          <a:lstStyle/>
          <a:p>
            <a:pPr algn="ctr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1. Binary &amp; Decimal Arithmetic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Binary Arithmetic: Enter Binary A &amp; B → (+, -, *, /) with carry/borrow propagation.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Decimal Arithmetic: Standard arithmetic operations with automatic base synchronization.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2. Interactive Bit Board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Clickable 8-Bit switchboard with individual toggle switches (Bit 7 to Bit 0).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Displays simultaneous Decimal, Hexadecimal, and ASCII character representations in real time.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3. Bitwise Logic &amp; Complements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Bitwise Operators: AND (&amp;), OR (|), XOR (^), NOT (~), Left Shift (&lt;&lt;), Right Shift (&gt;&gt;).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Complements: 1's Complement (inverting bits) and 2's Complement (signed negative integer representation).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Example Output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Binary Addition: 10110 + 01101 = 100011 (Decimal 22 + 13 = 35)</a:t>
            </a:r>
          </a:p>
          <a:p>
            <a:pPr>
              <a:spcAft>
                <a:spcPts val="150"/>
              </a:spcAft>
              <a:defRPr sz="1050">
                <a:solidFill>
                  <a:srgbClr val="0F172A"/>
                </a:solidFill>
                <a:latin typeface="Aptos"/>
              </a:defRPr>
            </a:pPr>
            <a:r>
              <a:t>• Bitwise XOR: 12 ^ 10 = 6 (1100 ^ 1010 = 0110) | 2's Complement of 12 (00001100) = 11110100 (-12)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Language:  C++ (C++17 Standard) &amp; Modern Client-Side Web Architecture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Input/Output:  cin and cout (Console Engine) + Reactive Web Application GUI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Data structures:  classes (NumberSystem, BitwiseLab, MathSuite), strings, vectors, arrays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Validation:  Number Validator checks radix limits (2-36), character bounds, and log domains (x &gt; 0, base != 1)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Operations:  Live Multi-Converter, Step-by-Step Solver, Binary/Decimal Arithmetic, Bit Board, Complements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Analysis:  repeated division tables, positional expansion equations, dynamic HTML5 Canvas Unit Circle visualizer</a:t>
            </a:r>
          </a:p>
          <a:p>
            <a:pPr>
              <a:spcAft>
                <a:spcPts val="12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Persistence:  modular C++ class structure, interactive browser state, Cheat Sheets &amp; Practice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Advanced Math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Trigonometry Lab and Logarithm Suite extending digital computation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Trigonometry Lab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Evaluates all 6 trigonometric ratios: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sin(θ), cos(θ), tan(θ), csc(θ), sec(θ), cot(θ)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Dual angle modes: Degrees (°) &amp; Radians (rad).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Interactive HTML5 2D Canvas Unit Circle: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Dynamic angle ray with drag &amp; slider.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Live projection coordinates: x = cos(θ), y = sin(θ).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Safely handles undefined asymptotes (tan 90°, cot 0°).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Logarithm Suite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Natural Logarithm: ln(x) with base 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Common Logarithm: log10(x).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Binary Logarithm: log2(x) for complexity analysis.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Arbitrary base change formula: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log_b(x) = ln(x) / ln(b)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High-precision floating point evaluators.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Domain protection (rejects x &lt;= 0, base &lt;= 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Reference &amp; Practice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Cheat Sheet &amp; Tables: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Powers of 2 Table (2^0 to 2^16).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- 0–15 Multi-Base Equivalence Matrix.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Standard Angle Trigonometric Table.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Practice &amp; Quiz Module: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- 3 Difficulty tiers (Easy, Medium, Hard).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    - Live score counter and step explanations.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4434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Step-by-Step Solver &amp; Cheat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The same numerical records can be viewed at different analytical scopes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Step-by-Step Solver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Repeated Modulus Division Table (Quotient, Remainder, Direction)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Positional Expansion Breakdown: sum(d_i * base^i)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Full-Adder Carry Simulation for Binary Sums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Change-of-Base Logarithmic Equation Proof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Dynamic equation rendering on the fly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Cheat Sheet &amp; Tables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Powers of 2 Lookup Table (2^0 to 2^16)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0–15 Base Equivalence Reference Matrix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ASCII Character Code mapping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Standard Angle Trigonometry values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Logarithmic identities quick lookup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2" y="1600200"/>
            <a:ext cx="3520440" cy="374903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B2A5F"/>
                </a:solidFill>
                <a:latin typeface="Aptos"/>
              </a:defRPr>
            </a:pPr>
            <a:r>
              <a:t>Practice &amp; Quiz Hub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Interactive Challenge Quiz generator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3 difficulty levels (Easy, Medium, Hard)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Instant automated score &amp; streak tracking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Detailed solution breakdown for learners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Execution time &lt; 1ms across all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1600200"/>
            <a:ext cx="73152" cy="3749039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75569"/>
                </a:solidFill>
                <a:latin typeface="Aptos"/>
              </a:defRPr>
            </a:pPr>
            <a:r>
              <a:t>Filtering and step generation are dynamic: intermediate calculations and derivations are rendered on the fly.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System Workflow &amp;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241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ptos"/>
              </a:defRPr>
            </a:pPr>
            <a:r>
              <a:t>A single application connects input data, base conversions, arithmetic and mathematical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Live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Core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Step 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745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600200"/>
            <a:ext cx="1783080" cy="1051560"/>
          </a:xfrm>
          <a:prstGeom prst="roundRect">
            <a:avLst/>
          </a:prstGeom>
          <a:solidFill>
            <a:srgbClr val="1B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  <a:p>
            <a:pPr algn="ctr">
              <a:defRPr sz="1100">
                <a:solidFill>
                  <a:srgbClr val="E2E8F0"/>
                </a:solidFill>
                <a:latin typeface="Aptos"/>
              </a:defRPr>
            </a:pPr>
            <a:r>
              <a:t>Visual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10908792" cy="3246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B2A5F"/>
                </a:solidFill>
                <a:latin typeface="Aptos"/>
              </a:defRPr>
            </a:pPr>
            <a:r>
              <a:t>What the project demonstrates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C++ classes, modular methods, and OOP encapsulation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Live Multi-Converter &amp; Step-by-Step Solver algorithms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Binary &amp; Decimal Arithmetic engines and interactive Bit Board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Trigonometry Lab with dynamic HTML5 Canvas Unit Circle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•  Logarithm Suite, Cheat Sheets, and Practice Quiz Hub</a:t>
            </a:r>
          </a:p>
          <a:p>
            <a:br/>
            <a:pPr>
              <a:spcAft>
                <a:spcPts val="200"/>
              </a:spcAft>
              <a:defRPr sz="1300" b="1">
                <a:solidFill>
                  <a:srgbClr val="1B2A5F"/>
                </a:solidFill>
                <a:latin typeface="Aptos"/>
              </a:defRPr>
            </a:pPr>
            <a:r>
              <a:t>Key Takeaway</a:t>
            </a:r>
          </a:p>
          <a:p>
            <a:pPr>
              <a:defRPr sz="1150" b="1">
                <a:solidFill>
                  <a:srgbClr val="2563EB"/>
                </a:solidFill>
                <a:latin typeface="Aptos"/>
              </a:defRPr>
            </a:pPr>
            <a:r>
              <a:t>Structured numerical data + multi-base conversion + arithmetic + bitwise logic + advanced math, organized in a unified toolkit.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65760"/>
            <a:ext cx="68580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600" b="1">
                <a:solidFill>
                  <a:srgbClr val="1B2A5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08792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20040"/>
          <a:lstStyle/>
          <a:p>
            <a:pPr algn="ctr"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Number System Toolkit unifies base conversions, arithmetic, bitwise logic, and advanced mathematics into a single platform.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It provides a clear workflow: Live Multi-Converter, Step-by-Step Solver, Decimal/Binary Arithmetic, Bit Board, Trigonometry Lab, and Logarithm Suite.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project demonstrates practical application of C++ OOP classes, vectors, validation, string algorithms, &lt;cmath&gt; functions, and interactive web visualization.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•   The system serves as a powerful educational toolkit for students learning Digital Logic Design (DLD) and computer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slide_2_Picture 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1168"/>
            <a:ext cx="4233672" cy="67665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645920"/>
            <a:ext cx="9445752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/>
          <a:lstStyle/>
          <a:p>
            <a:pPr algn="ctr">
              <a:defRPr sz="4000" b="1">
                <a:solidFill>
                  <a:srgbClr val="1B2A5F"/>
                </a:solidFill>
                <a:latin typeface="Aptos Display"/>
              </a:defRPr>
            </a:pPr>
            <a:r>
              <a:t>THANK YOU 🔢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2563EB"/>
                </a:solidFill>
                <a:latin typeface="Aptos"/>
              </a:defRPr>
            </a:pPr>
            <a:r>
              <a:t>NUMBER SYSTEM &amp; MATH TOOLKIT</a:t>
            </a:r>
          </a:p>
          <a:p>
            <a:pPr algn="ctr">
              <a:spcBef>
                <a:spcPts val="1200"/>
              </a:spcBef>
              <a:defRPr sz="1400" i="1">
                <a:solidFill>
                  <a:srgbClr val="475569"/>
                </a:solidFill>
                <a:latin typeface="Aptos"/>
              </a:defRPr>
            </a:pPr>
            <a:r>
              <a:t>We appreciate your time and attention — questions are welcome</a:t>
            </a:r>
          </a:p>
          <a:p>
            <a:pPr algn="ctr">
              <a:spcBef>
                <a:spcPts val="2000"/>
              </a:spcBef>
              <a:defRPr sz="1150">
                <a:solidFill>
                  <a:srgbClr val="64748B"/>
                </a:solidFill>
                <a:latin typeface="Aptos"/>
              </a:defRPr>
            </a:pPr>
            <a:r>
              <a:t>Department of Computer Science &amp; Engineering (Data Science) · Aditya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