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926080" cy="41148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PROJECT REVIEW -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NUMBER SYSTEM TOOLKIT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Calibri"/>
              </a:defRPr>
            </a:pPr>
            <a:r>
              <a:t>Comprehensive Digital Logic, Base Conversions &amp; Advanced Mathematical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53035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b="1" sz="1400">
                <a:solidFill>
                  <a:srgbClr val="0D9488"/>
                </a:solidFill>
                <a:latin typeface="Calibri"/>
              </a:defRPr>
            </a:pPr>
            <a:r>
              <a:t>TEAM MEMBERS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25B11DS349   •   M. LAKSHMI SRINIVAS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25B11DS127   •   D. VARAPRASAD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25B11DS370   •   N. AKHILA DEVI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25B11DS628   •   Y. NITHYA SREE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25B11DS320   •   M. VENKATA PRANATHI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291840"/>
            <a:ext cx="47548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b="1" sz="1400">
                <a:solidFill>
                  <a:srgbClr val="0D9488"/>
                </a:solidFill>
                <a:latin typeface="Calibri"/>
              </a:defRPr>
            </a:pPr>
            <a:r>
              <a:t>INSTITUTION &amp; DEPARTMENT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>
              <a:spcAft>
                <a:spcPts val="200"/>
              </a:spcAft>
              <a:defRPr sz="1200" b="0">
                <a:solidFill>
                  <a:srgbClr val="0284C7"/>
                </a:solidFill>
                <a:latin typeface="Calibri"/>
              </a:defRPr>
            </a:pPr>
            <a:r>
              <a:t>(Data Science)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ADITYA UNIVERSITY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Academic Year: 2025 - 2026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Stage: Review - II Presentation &amp; Prototype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Review 1 Commitments vs. Review 2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[PHASE 1]  1. Finalize Requirements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Status: COMPLETED (100%)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Identified standard number bases: Binary, Octal, Decimal, Hexadecimal, and Custom Base (2-36).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Added ASCII text encoding &amp; decoding.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Included 1's &amp; 2's complement and full bitwise arithmetic.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4688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[PHASE 2]  2. Interface Design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Status: COMPLETED (100%)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Modern responsive Glassmorphic web UI designed.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Categorized tabs for Conversions, Step-by-Step Solver, Bitwise Board, Trig Lab, and Log Suite.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Interactive canvas for visual unit circle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24688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[PHASE 3]  3. Toolkit Development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Status: COMPLETED (100%)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C++ Core calculation logic built &amp; modularized.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Full client-side JavaScript engine for real-time instant computations.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Step-by-step mathematical division &amp; expansion derivation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80160"/>
            <a:ext cx="24688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[PHASE 4]  4. Prototype Testing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Status: COMPLETED (100%)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Verified all conversion algorithms against manual calculations.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Validated edge cases: zero, negative inputs, large numbers, fraction bases.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Integrated interactive challenge quiz for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 &amp; Modular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[FRONTEND]  1. Presentation / UI Layer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Interactive Web Interface (HTML5, Modern CSS Glassmorphism).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Dynamic Unit Circle Canvas (HTML5 2D Canvas API).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Interactive 8-Bit manipulation switchboard.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Cheat Sheets, Lookup Tables &amp; Practice Quiz UI.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Light &amp; Dark Mode adaptive themes.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[ENGINE]  2. Core Calculation Engine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Base Converter: Repeated division &amp; positional power expansion algorithms.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Arithmetic: Full adder logic, signed subtraction, multiplication &amp; division.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Bitwise Processor: AND, OR, XOR, NOT, Left/Right bit shifts, 2's complement.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Trigonometric &amp; Logarithmic high-precision math evaluators.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[LEARNING]  3. Educational &amp; Step Solvers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Step-by-Step Derivation Generator: shows full intermediate steps with quotient &amp; remainder.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Positional Value Breakdown: generates weighted summation equations.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Trig Function Visualizer: real-time sine/cosine projection on Cartesian grid.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Instant Quiz Engine: random challenge generator with instant score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Module 1: Multi-Base Converter &amp; Step-by-Step Solver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[CAPABILITIES]  Supported Base Systems &amp; Features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(Base-2), Octal (Base-8), Decimal (Base-10), Hexadecimal (Base-16).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Arbitrary Custom Base Conversion (from Base-2 up to Base-36).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ASCII Text to Binary/Hex/Octal encoding and decoding.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Dual input mode: real-time instantaneous updates across all bases.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Input validation: prevents invalid characters (e.g. '8' in Octal, '2' in Binary).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[ALGORITHMS]  Step-by-Step Mathematical Derivations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Repeated Division Method (Decimal to Base-N):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Displays step-by-step division, quotient, and remainder table.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Visualizes reading remainders from bottom to top (MSB to LSB).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Positional Expansion Method (Base-N to Decimal):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Breaks number into individual digit weights (e.g., d * base^p).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Generates full algebraic summation string and final evaluated sum.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Module 2: Binary Arithmetic &amp; Bitwise Logic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[ARITHMETIC]  Binary Arithmetic Operations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Addition: full bit-by-bit addition with carry propagation.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Subtraction: standard borrowing logic and 2's complement subtraction.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Multiplication: shift-and-add binary partial product algorithm.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Division: restoring division algorithm with quotient and remainder.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Provides simultaneous Decimal and Binary output representation.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[BITWISE LAB]  Bitwise Operations &amp; Complement Suite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Logical Operators: Bitwise AND (&amp;), OR (|), XOR (^), NOT (~).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Bit Shifts: Left Shift (&lt;&lt;) and Right Shift (&gt;&gt;).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1's Complement: Inversion of all bit positions.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2's Complement: 1's complement + 1 with sign-bit preservation.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Interactive 8-Bit Board: clickable individual bit toggles that update decimal/hex/char values dynamically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Module 3: Advanced Mathematical Suites (Trig &amp; Log)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[TRIGONOMETRY]  Trigonometry Lab &amp; Visual Unit Circle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Computes all 6 fundamental trigonometric functions: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sin(θ), cos(θ), tan(θ), csc(θ), sec(θ), cot(θ).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Supports both Degree (°) and Radian (rad) angle modes.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Interactive Canvas Unit Circle: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Dynamic ray rendering with live angle slider.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Visual color-coded projections of Sine (vertical) and Cosine (horizontal) lengths.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Handles undefined values gracefully (e.g. tan(90°), cot(0°)).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[LOGARITHMS]  Logarithm Suite &amp; Change of Base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Natural Logarithm: ln(x) with base e (Euler's number).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Common Logarithm: log10(x) for scientific &amp; decibel calculations.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Binary Logarithm: log2(x) essential for computer science &amp; algorithmic complexity.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Arbitrary Base Logarithm: log_b(x) using change of base formula: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- Formula: log_b(x) = ln(x) / ln(b).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Exponentiation &amp; power operations with high numeric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Educational Hub: Cheat Sheets &amp; Challenge Quizzes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[REFERENCE]  Built-in Quick Reference Tables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Powers of 2 Lookup Table (2^0 to 2^16) with memory representations (1 KB, 2 KB, etc.).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Full Number System Equivalence Matrix (0 to 15 in Decimal, Binary, Octal, and Hexadecimal).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Common ASCII Character Codes &amp; Hex/Binary mappings.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Trigonometric values for standard angles (0°, 30°, 45°, 60°, 90°, 180°, 270°, 360°).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Logarithmic identities and laws summary card.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[PRACTICE QUIZ]  Interactive Challenge &amp; Practice Quiz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Dynamic question generator across 3 difficulty tiers (Easy, Medium, Hard).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Covers base conversion, binary addition, and bitwise logic puzzles.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Instant automatic answer verification with detailed explanation modal.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Live score tracker, streak counter, and retry mechanism for active learning.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Helps university students practice for Digital Logic Design (DLD) exams.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Testing &amp; Experimental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149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560320"/>
                <a:gridCol w="2560320"/>
                <a:gridCol w="13716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Input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Output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Output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Base Conversion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Decimal: 255 to Hex / Bin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Hex: FF | Bin: 11111111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Hex: FF | Bin: 11111111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 [✓]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 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Decimal: 100 to Base-7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202 (Base 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202 (Base 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 [✓]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Binary Addition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10110 + 01101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100011 (Decimal 35)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100011 (Decimal 35)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 [✓]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Bitwise XOR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 ^ 10 (1100 ^ 1010)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0110 (Decimal 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0110 (Decimal 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 [✓]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Trig Function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sin(30°) in Degree mode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 [✓]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Logarithm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log2(256) and log10(1000)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8.0 and 3.0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8.0 and 3.0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PASSED [✓]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Stack &amp; Implementation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[BACKEND / LOGIC]  C++ Core Engine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Language: C++ (C++17 standard).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Algorithms: High efficiency integer arithmetic, recursive division, Bitset manipulation.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Modular OOP structure: NumberSystem class with static conversion routines.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Zero external dependencies for maximum cross-platform portability.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[FRONTEND UI]  Modern Web UI Stack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HTML5: Semantic markup structure.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CSS3: Glassmorphism UI, CSS Grid / Flexbox layout, dark/light theme variables.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Vanilla JavaScript (ES6+): Event-driven reactive computation, zero heavy library overhead.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HTML5 Canvas API: High performance math rendering for the Trigonometric unit circle.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[TOOLING]  Development &amp; QA Tools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IDE / Editor: Visual Studio Code, Antigravity Workspace.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Compiler: GCC / G++ MinGW (for C++ engine).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Testing: Automated browser test assertions and mathematical boundary validation.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Version Control: Git version control for collaborative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Individual Team Work Distribution &amp;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b="1" sz="1200">
                <a:solidFill>
                  <a:srgbClr val="0F172A"/>
                </a:solidFill>
                <a:latin typeface="Calibri"/>
              </a:defRPr>
            </a:pPr>
            <a:r>
              <a:t>M. LAKSHMI SRINIVAS (25B11DS349)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  <a:latin typeface="Calibri"/>
              </a:defRPr>
            </a:pPr>
            <a:r>
              <a:t>Team Lead &amp; Core Algorithm Developer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Architected the modular C++ NumberSystem class structure.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Designed and implemented multi-base conversion algorithms (Base 2-36).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Coordinated overall module integration and Review 2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4747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b="1" sz="1200">
                <a:solidFill>
                  <a:srgbClr val="0F172A"/>
                </a:solidFill>
                <a:latin typeface="Calibri"/>
              </a:defRPr>
            </a:pPr>
            <a:r>
              <a:t>D. VARAPRASAD (25B11DS127)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  <a:latin typeface="Calibri"/>
              </a:defRPr>
            </a:pPr>
            <a:r>
              <a:t>Binary Arithmetic &amp; Bitwise Logic Engineer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Implemented Binary Addition, Subtraction, Multiplication &amp; Division logic.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Developed bitwise manipulation logic (AND, OR, XOR, NOT, Shifts).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Created 1's and 2's complement computation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4747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b="1" sz="1200">
                <a:solidFill>
                  <a:srgbClr val="0F172A"/>
                </a:solidFill>
                <a:latin typeface="Calibri"/>
              </a:defRPr>
            </a:pPr>
            <a:r>
              <a:t>N. AKHILA DEVI (25B11DS370)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  <a:latin typeface="Calibri"/>
              </a:defRPr>
            </a:pPr>
            <a:r>
              <a:t>Advanced Math Modules (Trig &amp; Log)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Formulated Trigonometric computation logic for all 6 functions.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Implemented logarithmic suites (ln, log10, log2, custom base change).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Assisted in unit circle angle-to-coordinate mapping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840480"/>
            <a:ext cx="34747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b="1" sz="1200">
                <a:solidFill>
                  <a:srgbClr val="0F172A"/>
                </a:solidFill>
                <a:latin typeface="Calibri"/>
              </a:defRPr>
            </a:pPr>
            <a:r>
              <a:t>Y. NITHYA SREE (25B11DS628)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  <a:latin typeface="Calibri"/>
              </a:defRPr>
            </a:pPr>
            <a:r>
              <a:t>UI/UX &amp; Interactive Learning Hub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Designed modern Glassmorphic web interface layout and CSS styling.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Built quick-reference Cheat Sheet tables and lookup matrices.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Developed the interactive 8-Bit clickable switchboard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34747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defRPr b="1" sz="1200">
                <a:solidFill>
                  <a:srgbClr val="0F172A"/>
                </a:solidFill>
                <a:latin typeface="Calibri"/>
              </a:defRPr>
            </a:pPr>
            <a:r>
              <a:t>M. VENKATA PRANATHI (25B11DS320)</a:t>
            </a:r>
          </a:p>
          <a:p>
            <a:pPr>
              <a:spcAft>
                <a:spcPts val="300"/>
              </a:spcAft>
              <a:defRPr b="1" sz="1050">
                <a:solidFill>
                  <a:srgbClr val="0D9488"/>
                </a:solidFill>
                <a:latin typeface="Calibri"/>
              </a:defRPr>
            </a:pPr>
            <a:r>
              <a:t>Frontend Canvas, Step-Solver &amp; QA Testing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Engineered the dynamic HTML5 Canvas Unit Circle graphical visualizer.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Implemented step-by-step mathematical division &amp; power expansion generator.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Designed comprehensive test suites and verified edge case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PROJECT REVIEW - 2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 &amp; Roadmap for Review 3 (Final Phase)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Number System Toolkit | Department of CSE (Data Science) | Aditya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[ACHIEVEMENTS]  Summary of Review 2 Milestones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Successfully met 100% of the objectives committed during Review 1.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Built a complete dual-architecture product: high-performance C++ Core and rich interactive Web Application.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Features comprehensive multi-base conversion with full step-by-step mathematical reasoning.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Added advanced interactive mathematical suites (Trig Unit Circle and Log Suite).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Passed all verification test cases with zero calculation discrepancies.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[NEXT TARGETS]  Roadmap for Final Review (Review 3)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1. Performance Optimization &amp; Big-Number Support: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  - Support arbitrarily large bit-widths (32-bit, 64-bit, 128-bit).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2. IEEE-754 Floating Point Representation: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  - Single &amp; double precision 32/64-bit floating point breakdown.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3. Deployment &amp; Live Hosting: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  - Host the web application on GitHub Pages / Vercel for public access.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4. Final Project Documentation &amp; Viva Preparation: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•      - Prepare complete IEEE standard project report and user manual.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200">
                <a:solidFill>
                  <a:srgbClr val="0D9488"/>
                </a:solidFill>
                <a:latin typeface="Calibri"/>
              </a:defRPr>
            </a:pPr>
            <a:r>
              <a:t>Questions &amp; Feedback Welcome</a:t>
            </a:r>
          </a:p>
          <a:p>
            <a:pPr algn="ctr">
              <a:spcBef>
                <a:spcPts val="2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NUMBER SYSTEM TOOLKIT  |  REVIEW -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